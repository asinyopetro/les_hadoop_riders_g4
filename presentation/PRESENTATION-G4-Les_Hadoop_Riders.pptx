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Bonjour, nous sommes Les_Hadoop_Riders, groupe G4. On présente notre cluster Hadoop (HDFS + YARN) déployé avec Docker. Durée prévue : environ 8 à 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le plan. Chacun présente sa partie. On commence par le contexte théorique.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a choisi l’e-commerce. Expliquer chaque V avec un exemple concret. HDFS pour stocker, YARN pour traiter.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Comparer clairement local vs HDFS. Insister sur blocs + réplication + rôle NameNode.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 séparer RM et NM. Si le prof demande ApplicationMaster : c’est le chef du job, lancé grâce au RM, qui négocie les ressources.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mentalement le schéma : 1 master, 5 workers. Citer les ports utiles pour la démo.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les commandes à voix haute. Rappeler que Docker Hub impose les minuscules (g4).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Parcourir les étapes dans l’ordre. Fichier petit = 1 seul bloc (normal, bloc 128 Mo).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Expliquer vite Monte Carlo (points aléatoires). Insister sur SUCCEEDED et le numéro d’app.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possible ouvrir les UI en live. Sinon montrer les captures du rapport.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qu’on a débogué pour de vrai. Une phrase cause → solution pour chaque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Récap en 20 secondes, puis ouvrir les questions. Rappeler Hub + GitHub si demandé.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Cluster Hadoop avec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1FAE5"/>
                </a:solidFill>
                <a:latin typeface="Calibri"/>
              </a:rPr>
              <a:t>UA1 — Projet 1 | Groupe G4 — Les_Hadoop_Riders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Komla · Kassoum · Joel · Forbes · Frank · Wren</a:t>
            </a:r>
          </a:p>
          <a:p>
            <a:r>
              <a:rPr sz="1400" b="0">
                <a:solidFill>
                  <a:srgbClr val="CBD5E1"/>
                </a:solidFill>
                <a:latin typeface="Calibri"/>
              </a:rPr>
              <a:t>Image : leshadoopriders/hadoop-tp-g4:1.0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Présenté par : Komla Petro Asinyo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Plan de la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1. Cas d’usage Big Data (e-commerce) et les 3V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2. HDFS vs système de fichiers classique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3. YARN : ResourceManager et NodeManager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4. Architecture Docker (1 master + 5 workers)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5. Déploiement, image Docker Hub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6. Manipulations HDFS et job π sur YARN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7. Monitoring, setrep, problèmes rencontrés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8.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Présenté par : Komla Petro Asinyo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Cas d’usage : e-commerce et les 3V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Contexte : chaîne de magasins (ventes, logs web, stocks)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Volume — millions d’événements, historique long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Vélocité — commandes / paiements en continu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Variété — CSV, JSON, logs, images produits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F5C4C"/>
                </a:solidFill>
                <a:latin typeface="Calibri"/>
              </a:rPr>
              <a:t>Pourquoi Hadoop ?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HDFS → stocker en distribué  |  YARN → lancer les traitements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Présenté par : Kassoum Dene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HDFS vs système de fichiers classique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53035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5C4C"/>
                </a:solidFill>
                <a:latin typeface="Calibri"/>
              </a:rPr>
              <a:t>FS classique (NTFS, ext4)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Fichier sur une seule machine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Métadonnées gérées par l’OS local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Si le disque tombe → données perdues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5C4C"/>
                </a:solidFill>
                <a:latin typeface="Calibri"/>
              </a:rPr>
              <a:t>HDFS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Fichier découpé en blocs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Blocs répliqués sur plusieurs DataNodes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NameNode = namespace (noms + emplacements)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Tolérance aux pannes par réplication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Présenté par : Joel Kazoni Tugirimana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YARN : ResourceManager et NodeManager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5C4C"/>
                </a:solidFill>
                <a:latin typeface="Calibri"/>
              </a:rPr>
              <a:t>ResourceManager (master)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Reçoit la demande de job, connaît les ressources du cluster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Alloue des conteneurs, démarre l’ApplicationMaster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5C4C"/>
                </a:solidFill>
                <a:latin typeface="Calibri"/>
              </a:rPr>
              <a:t>NodeManager (chaque worker)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Lance et surveille les conteneurs sur sa machine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Remonte l’état au ResourceManager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En une phrase : RM orchestre, NM exécute localement.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Présenté par : Forbes Magène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Architecture : 1 master + 5 workers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5C4C"/>
                </a:solidFill>
                <a:latin typeface="Calibri"/>
              </a:rPr>
              <a:t>hadoop-master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NameNode + ResourceManager + SecondaryNameNode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5C4C"/>
                </a:solidFill>
                <a:latin typeface="Calibri"/>
              </a:rPr>
              <a:t>hadoop-worker1 … worker5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Chaque worker : DataNode + NodeManager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Réseau Docker : hadoop-net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Ports : 9870 (UI HDFS) · 8088 (UI YARN) · 9000 (HDFS RPC)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Image : leshadoopriders/hadoop-tp-g4:1.0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Présenté par : Frank A Simo Ngounou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Déploiement et publication 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5C4C"/>
                </a:solidFill>
                <a:latin typeface="Calibri"/>
              </a:rPr>
              <a:t>Lancer le cluster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docker compose up --build -d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Vérifier : docker ps  →  6 conteneurs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hdfs dfsadmin -report  →  Live datanodes (5)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5C4C"/>
                </a:solidFill>
                <a:latin typeface="Calibri"/>
              </a:rPr>
              <a:t>Publier l’image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docker push leshadoopriders/hadoop-tp-g4:1.0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Hub : hub.docker.com/r/leshadoopriders/hadoop-tp-g4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Présenté par : Frank A Simo Ngounou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Manipulations HDFS (données ventes)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mkdir + chmod + put  →  /data/ventes/2026/transactions.csv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fsck / stat  →  1 bloc, réplication 3, HEALTHY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cat | head  →  lecture des 5 premières lignes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getmerge  →  fusion de deux CSV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rm + Trash  →  suppression avec corbeille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setrep -w 2  →  réplication passée à 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Présenté par : Wren Surprenant-Nicolson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Job YARN : calcul de π (Monte Carlo)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yarn jar …/hadoop-mapreduce-examples-3.3.6.jar pi 4 1000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Application : application_1791039798429_0001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Nom : QuasiMonteCarlo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État final : SUCCEEDED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Estimation de π ≈ 3.14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Visible dans l’UI YARN : http://localhost:8088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Présenté par : Forbes Magène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Monitoring : interfaces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5C4C"/>
                </a:solidFill>
                <a:latin typeface="Calibri"/>
              </a:rPr>
              <a:t>NameNode UI — localhost:9870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5 DataNodes actifs, pas de missing block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5C4C"/>
                </a:solidFill>
                <a:latin typeface="Calibri"/>
              </a:rPr>
              <a:t>YARN UI — localhost:8088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Job pi en FINISHED / SUCCEEDED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Métriques : mémoire et vcores consommés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setrep : NameNode met à jour la cible de réplication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Présenté par : Joel Kazoni Tugirimana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Problèmes rencontrés (et solutions)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1. pull access denied (image pas encore sur Hub)</a:t>
            </a:r>
          </a:p>
          <a:p>
            <a:pPr lvl="1"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→ pull_policy: never + build local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2. Tag avec majuscules refusé par Docker Hub</a:t>
            </a:r>
          </a:p>
          <a:p>
            <a:pPr lvl="1"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→ leshadoopriders/hadoop-tp-g4:1.0 (minuscules)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3. Téléchargement Hadoop trop lent</a:t>
            </a:r>
          </a:p>
          <a:p>
            <a:pPr lvl="1"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→ image de base apache/hadoop:3.3.6 + notre config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Présenté par : Kassoum Dene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Cluster opérationnel : 1 master + 5 DataNodes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HDFS manipulé (droits, fsck, merge, trash, setrep)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Job MapReduce π terminé avec succès (SUCCEEDED)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Image publiée sur Docker Hub</a:t>
            </a:r>
          </a:p>
          <a:p>
            <a:pPr>
              <a:spcAft>
                <a:spcPts val="1000"/>
              </a:spcAft>
            </a:pPr>
            <a:r>
              <a:rPr sz="2400" b="1">
                <a:solidFill>
                  <a:srgbClr val="0F5C4C"/>
                </a:solidFill>
                <a:latin typeface="Calibri"/>
              </a:rPr>
              <a:t>Merci — questions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Présenté par : Komla Petro Asinyo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